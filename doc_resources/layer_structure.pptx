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8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362575" y="480695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74370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2452370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4387215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5"/>
            </p:custDataLst>
          </p:nvPr>
        </p:nvGraphicFramePr>
        <p:xfrm>
          <a:off x="6322060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6"/>
            </p:custDataLst>
          </p:nvPr>
        </p:nvGraphicFramePr>
        <p:xfrm>
          <a:off x="8256905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7"/>
            </p:custDataLst>
          </p:nvPr>
        </p:nvGraphicFramePr>
        <p:xfrm>
          <a:off x="10191750" y="1430020"/>
          <a:ext cx="14147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410"/>
                <a:gridCol w="372110"/>
                <a:gridCol w="340360"/>
                <a:gridCol w="3429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14" name="直接箭头连接符 13"/>
          <p:cNvCxnSpPr>
            <a:stCxn id="5" idx="2"/>
            <a:endCxn id="6" idx="0"/>
          </p:cNvCxnSpPr>
          <p:nvPr/>
        </p:nvCxnSpPr>
        <p:spPr>
          <a:xfrm flipH="1">
            <a:off x="1381760" y="861695"/>
            <a:ext cx="4688205" cy="568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2"/>
            <a:endCxn id="7" idx="0"/>
          </p:cNvCxnSpPr>
          <p:nvPr/>
        </p:nvCxnSpPr>
        <p:spPr>
          <a:xfrm flipH="1">
            <a:off x="3159760" y="861695"/>
            <a:ext cx="2910205" cy="568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8" idx="0"/>
          </p:cNvCxnSpPr>
          <p:nvPr/>
        </p:nvCxnSpPr>
        <p:spPr>
          <a:xfrm flipH="1">
            <a:off x="5094605" y="861695"/>
            <a:ext cx="963930" cy="568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5" idx="2"/>
            <a:endCxn id="9" idx="0"/>
          </p:cNvCxnSpPr>
          <p:nvPr/>
        </p:nvCxnSpPr>
        <p:spPr>
          <a:xfrm>
            <a:off x="6069965" y="861695"/>
            <a:ext cx="959485" cy="568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0" idx="0"/>
          </p:cNvCxnSpPr>
          <p:nvPr/>
        </p:nvCxnSpPr>
        <p:spPr>
          <a:xfrm>
            <a:off x="6058535" y="850900"/>
            <a:ext cx="2905760" cy="57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11" idx="0"/>
          </p:cNvCxnSpPr>
          <p:nvPr/>
        </p:nvCxnSpPr>
        <p:spPr>
          <a:xfrm>
            <a:off x="6048375" y="819785"/>
            <a:ext cx="4850765" cy="610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2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3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4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5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6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7.xml><?xml version="1.0" encoding="utf-8"?>
<p:tagLst xmlns:p="http://schemas.openxmlformats.org/presentationml/2006/main">
  <p:tag name="TABLE_ENDDRAG_ORIGIN_RECT" val="102*30"/>
  <p:tag name="TABLE_ENDDRAG_RECT" val="418*33*102*30"/>
</p:tagLst>
</file>

<file path=ppt/tags/tag8.xml><?xml version="1.0" encoding="utf-8"?>
<p:tagLst xmlns:p="http://schemas.openxmlformats.org/presentationml/2006/main">
  <p:tag name="commondata" val="eyJoZGlkIjoiOTg5N2EyMDEyZjk1OTMyMGZlNDllYjFhNWEwMTAyZj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蒙进朗</dc:creator>
  <cp:lastModifiedBy>Following丶</cp:lastModifiedBy>
  <cp:revision>3</cp:revision>
  <dcterms:created xsi:type="dcterms:W3CDTF">2023-08-09T12:44:00Z</dcterms:created>
  <dcterms:modified xsi:type="dcterms:W3CDTF">2024-08-17T04:52:32Z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2052-12.1.0.17827</vt:lpwstr>
  </property>
</Properties>
</file>