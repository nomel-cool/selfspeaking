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617855" y="2919730"/>
            <a:ext cx="438785" cy="43878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190365" y="1350645"/>
                <a:ext cx="99695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,...,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365" y="1350645"/>
                <a:ext cx="996950" cy="438785"/>
              </a:xfrm>
              <a:prstGeom prst="rect">
                <a:avLst/>
              </a:prstGeom>
              <a:blipFill rotWithShape="1">
                <a:blip r:embed="rId1"/>
                <a:stretch>
                  <a:fillRect l="-637" t="-1447" r="-63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1443990" y="2345055"/>
                <a:ext cx="438785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90" y="2345055"/>
                <a:ext cx="438785" cy="438785"/>
              </a:xfrm>
              <a:prstGeom prst="rect">
                <a:avLst/>
              </a:prstGeom>
              <a:blipFill rotWithShape="1">
                <a:blip r:embed="rId2"/>
                <a:stretch>
                  <a:fillRect l="-1447" t="-1447" r="-144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/>
              <p:cNvSpPr/>
              <p:nvPr/>
            </p:nvSpPr>
            <p:spPr>
              <a:xfrm>
                <a:off x="1443990" y="4607560"/>
                <a:ext cx="438785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90" y="4607560"/>
                <a:ext cx="438785" cy="438785"/>
              </a:xfrm>
              <a:prstGeom prst="rect">
                <a:avLst/>
              </a:prstGeom>
              <a:blipFill rotWithShape="1">
                <a:blip r:embed="rId3"/>
                <a:stretch>
                  <a:fillRect l="-1447" t="-1447" r="-144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矩形 14"/>
              <p:cNvSpPr/>
              <p:nvPr/>
            </p:nvSpPr>
            <p:spPr>
              <a:xfrm>
                <a:off x="2291080" y="591820"/>
                <a:ext cx="51816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80" y="591820"/>
                <a:ext cx="518160" cy="438785"/>
              </a:xfrm>
              <a:prstGeom prst="rect">
                <a:avLst/>
              </a:prstGeom>
              <a:blipFill rotWithShape="1">
                <a:blip r:embed="rId4"/>
                <a:stretch>
                  <a:fillRect l="-1225" t="-1447" r="-1225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/>
              <p:cNvSpPr/>
              <p:nvPr/>
            </p:nvSpPr>
            <p:spPr>
              <a:xfrm>
                <a:off x="2291080" y="1586230"/>
                <a:ext cx="51816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080" y="1586230"/>
                <a:ext cx="518160" cy="438785"/>
              </a:xfrm>
              <a:prstGeom prst="rect">
                <a:avLst/>
              </a:prstGeom>
              <a:blipFill rotWithShape="1">
                <a:blip r:embed="rId5"/>
                <a:stretch>
                  <a:fillRect l="-1225" t="-1447" r="-1225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矩形 16"/>
              <p:cNvSpPr/>
              <p:nvPr/>
            </p:nvSpPr>
            <p:spPr>
              <a:xfrm>
                <a:off x="2167255" y="5271770"/>
                <a:ext cx="708025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55" y="5271770"/>
                <a:ext cx="708025" cy="438785"/>
              </a:xfrm>
              <a:prstGeom prst="rect">
                <a:avLst/>
              </a:prstGeom>
              <a:blipFill rotWithShape="1">
                <a:blip r:embed="rId6"/>
                <a:stretch>
                  <a:fillRect l="-897" t="-1447" r="-89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1443990" y="1350645"/>
                <a:ext cx="438785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90" y="1350645"/>
                <a:ext cx="438785" cy="438785"/>
              </a:xfrm>
              <a:prstGeom prst="rect">
                <a:avLst/>
              </a:prstGeom>
              <a:blipFill rotWithShape="1">
                <a:blip r:embed="rId7"/>
                <a:stretch>
                  <a:fillRect l="-1447" t="-1447" r="-144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4190365" y="2345055"/>
                <a:ext cx="99695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,...,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365" y="2345055"/>
                <a:ext cx="996950" cy="438785"/>
              </a:xfrm>
              <a:prstGeom prst="rect">
                <a:avLst/>
              </a:prstGeom>
              <a:blipFill rotWithShape="1">
                <a:blip r:embed="rId8"/>
                <a:stretch>
                  <a:fillRect l="-637" t="-1447" r="-63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4190365" y="4607560"/>
                <a:ext cx="99695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3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,...,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0365" y="4607560"/>
                <a:ext cx="996950" cy="438785"/>
              </a:xfrm>
              <a:prstGeom prst="rect">
                <a:avLst/>
              </a:prstGeom>
              <a:blipFill rotWithShape="1">
                <a:blip r:embed="rId9"/>
                <a:stretch>
                  <a:fillRect l="-637" t="-1447" r="-637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矩形 22"/>
              <p:cNvSpPr/>
              <p:nvPr/>
            </p:nvSpPr>
            <p:spPr>
              <a:xfrm>
                <a:off x="5723890" y="2910840"/>
                <a:ext cx="767080" cy="438785"/>
              </a:xfrm>
              <a:prstGeom prst="rect">
                <a:avLst/>
              </a:prstGeom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,...,</m:t>
                          </m:r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23" name="矩形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890" y="2910840"/>
                <a:ext cx="767080" cy="438785"/>
              </a:xfrm>
              <a:prstGeom prst="rect">
                <a:avLst/>
              </a:prstGeom>
              <a:blipFill rotWithShape="1">
                <a:blip r:embed="rId10"/>
                <a:stretch>
                  <a:fillRect l="-828" t="-1447" r="-828" b="-1447"/>
                </a:stretch>
              </a:blip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本框 23"/>
          <p:cNvSpPr txBox="1"/>
          <p:nvPr/>
        </p:nvSpPr>
        <p:spPr>
          <a:xfrm>
            <a:off x="1460500" y="2783840"/>
            <a:ext cx="459740" cy="173291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          .   .   .</a:t>
            </a:r>
            <a:endParaRPr lang="en-US" altLang="zh-CN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291080" y="2025015"/>
            <a:ext cx="459740" cy="2680970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                   .   .   .</a:t>
            </a:r>
            <a:endParaRPr lang="en-US" altLang="zh-CN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58970" y="2829560"/>
            <a:ext cx="459740" cy="1732915"/>
          </a:xfrm>
          <a:prstGeom prst="rect">
            <a:avLst/>
          </a:prstGeom>
        </p:spPr>
        <p:txBody>
          <a:bodyPr vert="eaVert"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          .   .   .</a:t>
            </a:r>
            <a:endParaRPr lang="en-US" altLang="zh-CN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80055" y="2911475"/>
            <a:ext cx="1400175" cy="36830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800" b="1">
                <a:latin typeface="Arial" panose="020B0604020202020204" pitchFamily="34" charset="0"/>
                <a:ea typeface="微软雅黑" panose="020B0503020204020204" charset="-122"/>
              </a:rPr>
              <a:t>.     .     .</a:t>
            </a:r>
            <a:endParaRPr lang="en-US" altLang="zh-CN" sz="18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374140" y="824230"/>
            <a:ext cx="582295" cy="473900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2078355" y="366395"/>
            <a:ext cx="901065" cy="564705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4112895" y="1130300"/>
            <a:ext cx="1151255" cy="4142105"/>
          </a:xfrm>
          <a:prstGeom prst="round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g5N2EyMDEyZjk1OTMyMGZlNDllYjFhNWEwMTAyZj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 Unicode MS</vt:lpstr>
      <vt:lpstr>Calibri</vt:lpstr>
      <vt:lpstr>微软雅黑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蒙进朗</dc:creator>
  <cp:lastModifiedBy>Following丶</cp:lastModifiedBy>
  <cp:revision>4</cp:revision>
  <dcterms:created xsi:type="dcterms:W3CDTF">2023-08-09T12:44:00Z</dcterms:created>
  <dcterms:modified xsi:type="dcterms:W3CDTF">2024-08-28T05:57:18Z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2052-12.1.0.17827</vt:lpwstr>
  </property>
</Properties>
</file>